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6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B7397-B8EE-38F6-DB2C-727083AC7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0E4056-2243-68A7-74D4-B4E589187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5B2D7-5372-9A5C-A1F8-2600A8D20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3FD0-E260-4188-AC1C-8C147281E33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83CF0-FEB2-58AB-2A99-BF9F8C974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0DFC4-D14A-4C35-0ACD-FF98D2DA6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A787-FB5A-4CD1-9095-B7AD4D61F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93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A3E1E-4F0E-268F-481C-843B0C3C6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3DE93-23C6-6255-7FAA-076534813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F72C8-89D1-5C7A-CFDD-08FFD9265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3FD0-E260-4188-AC1C-8C147281E33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C38F9-F1BD-5917-928F-2FBB553E5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517BB-A3EE-CD0C-5697-30F4E265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A787-FB5A-4CD1-9095-B7AD4D61F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06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F3D8-3611-2651-FA1F-26DF5BE1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07DF9-17BE-DC78-2393-92F0BE950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C3C68-A7DD-4DB9-DEFE-0368E7915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3FD0-E260-4188-AC1C-8C147281E33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2A355-3014-C1BA-A209-531CE6329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A65AC-2948-767C-3BF6-4E426575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A787-FB5A-4CD1-9095-B7AD4D61F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0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134E-C1F1-4A57-65D3-720FE225C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FB016-90DF-819C-CA26-43B15E95E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83A9B-01C1-DB71-6EDF-FA8B7A51B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9C630-F526-5B6A-47AD-8590E3DBB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3FD0-E260-4188-AC1C-8C147281E33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F65E0-0969-7979-18D5-041FF12A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37238-E678-C6CF-6AEF-ADE1EA29C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A787-FB5A-4CD1-9095-B7AD4D61F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8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5F9E9-6B88-67B8-62BC-D7D77EBB8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17538-CE09-F01B-7A1B-7A36A049A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D216C-7B5D-F8B9-400D-3AD92C44A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1A40E2-80D4-820E-19A6-93E6E65ED9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367A4F-650C-54B5-675B-8B103F2795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4EF6F0-BA7B-C241-BE06-10E6B306E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3FD0-E260-4188-AC1C-8C147281E33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006206-2D72-AB48-154B-DFCFC6B0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52B3A3-2F01-1084-CC26-A7FBB34B6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A787-FB5A-4CD1-9095-B7AD4D61F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18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EC046-1D54-65AD-F9CF-6EC526041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1F29E7-CE90-B734-05B0-64158D699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3FD0-E260-4188-AC1C-8C147281E33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1A0A8A-BAF4-E600-8D35-29BEC565E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C944E-4106-7901-8D14-609DD40E6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A787-FB5A-4CD1-9095-B7AD4D61F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D05625-790B-2119-02FC-230DFC317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3FD0-E260-4188-AC1C-8C147281E33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2C618-61F6-0C02-31D1-72739487B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E5ED7-C348-3A67-A85C-CC50C9F1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A787-FB5A-4CD1-9095-B7AD4D61F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03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218CB-C500-E4FD-1CC8-06C02F9C7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9D1A0-4103-DCCC-99A9-F6065AE69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766B65-4168-100D-E3E4-303A253CA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87CD3-F7DE-1D5E-050D-0D0F6F801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3FD0-E260-4188-AC1C-8C147281E33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1BAA9-E9AA-A617-86CC-0384D36F6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0ACC9-B525-4F99-B739-6CEED3FEE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A787-FB5A-4CD1-9095-B7AD4D61F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06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31F82-EA6B-4AC5-DFC5-B838161F4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B485F2-8D0F-99F2-603F-F8DFCDC24F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77635-584E-3CEF-5514-7AE2474BE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ACB77-80EE-22B4-B231-01131C3BE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3FD0-E260-4188-AC1C-8C147281E33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DBC3C-952D-D25E-BEF8-9814ABBB6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79B75-F3CA-73BF-3C92-AFBF0ED3B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A787-FB5A-4CD1-9095-B7AD4D61F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06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45A86-FB24-8B60-2700-9CF63DE6B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82C8A-AE75-7F5F-2447-49979E036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B6CE0-9693-E319-A57E-FB137AB2E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3FD0-E260-4188-AC1C-8C147281E33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34872-3C47-44FC-8AC5-C3E467FC6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93DA1-A88C-BA24-1328-944623078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A787-FB5A-4CD1-9095-B7AD4D61F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10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62E92A-2D1C-9AA0-C4C6-75134FF0B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DC7C1-E825-4BB7-02D0-8C4FC6E7D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01459-4004-CEE6-F375-A0FFAD3DE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3FD0-E260-4188-AC1C-8C147281E33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BE6EB-7250-AB3F-10B9-7D269CC0D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8AEDC-2C9E-A666-AEFE-86295641D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DA787-FB5A-4CD1-9095-B7AD4D61F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3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1BD337-8FB5-8B9B-2A75-2B91648BE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6B8F1-B2BA-258F-5A5A-00B881CCA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4B011-5646-1406-B722-C60EFD804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F3FD0-E260-4188-AC1C-8C147281E33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3ADA2-FC6B-5F57-281C-855759052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BFE7B-519F-7C7D-D730-590CAABDB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DA787-FB5A-4CD1-9095-B7AD4D61F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682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078B6-8C8B-849E-4E39-914E44E6B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API development Seminar Lahore Leads Uni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9A4E64-7069-30F4-59D0-64713FDE98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Adnan Majeed</a:t>
            </a:r>
          </a:p>
          <a:p>
            <a:r>
              <a:rPr lang="en-US" dirty="0"/>
              <a:t>Lecturer CS  </a:t>
            </a:r>
          </a:p>
        </p:txBody>
      </p:sp>
    </p:spTree>
    <p:extLst>
      <p:ext uri="{BB962C8B-B14F-4D97-AF65-F5344CB8AC3E}">
        <p14:creationId xmlns:p14="http://schemas.microsoft.com/office/powerpoint/2010/main" val="3164372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1B363-C822-798B-C80C-7B4BB6920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required for setup in laptop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AF191-AC21-50BE-E0B2-7972F14EE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Visual studio code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Python installed and environment variable setup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MySQL server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SQL Yog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Post Man for API testing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50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8596C-FF88-EA1A-0E07-A3297465E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(review) in SQL Yog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7EBA7-3126-2BEE-FB90-A8DCF0BDF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 CREATE DATABASE </a:t>
            </a:r>
            <a:r>
              <a:rPr lang="en-US" dirty="0" err="1"/>
              <a:t>mydb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USE </a:t>
            </a:r>
            <a:r>
              <a:rPr lang="en-US" dirty="0" err="1"/>
              <a:t>mydb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CREATE TABLE student(</a:t>
            </a:r>
          </a:p>
          <a:p>
            <a:pPr marL="0" indent="0">
              <a:buNone/>
            </a:pPr>
            <a:r>
              <a:rPr lang="en-US" dirty="0"/>
              <a:t>  id INT PRIMARY KEY,</a:t>
            </a:r>
          </a:p>
          <a:p>
            <a:pPr marL="0" indent="0">
              <a:buNone/>
            </a:pPr>
            <a:r>
              <a:rPr lang="en-US" dirty="0"/>
              <a:t>  NAME VARCHAR(50),</a:t>
            </a:r>
          </a:p>
          <a:p>
            <a:pPr marL="0" indent="0">
              <a:buNone/>
            </a:pPr>
            <a:r>
              <a:rPr lang="en-US" dirty="0"/>
              <a:t>  age INT</a:t>
            </a:r>
          </a:p>
          <a:p>
            <a:pPr marL="0" indent="0">
              <a:buNone/>
            </a:pPr>
            <a:r>
              <a:rPr lang="en-US" dirty="0"/>
              <a:t>  );</a:t>
            </a:r>
          </a:p>
          <a:p>
            <a:pPr marL="0" indent="0">
              <a:buNone/>
            </a:pPr>
            <a:r>
              <a:rPr lang="en-US" dirty="0"/>
              <a:t>   INSERT INTO student(id, NAME, age)</a:t>
            </a:r>
          </a:p>
          <a:p>
            <a:pPr marL="0" indent="0">
              <a:buNone/>
            </a:pPr>
            <a:r>
              <a:rPr lang="en-US" dirty="0"/>
              <a:t>  VALUES(1,'ahmed', 18),</a:t>
            </a:r>
          </a:p>
          <a:p>
            <a:pPr marL="0" indent="0">
              <a:buNone/>
            </a:pPr>
            <a:r>
              <a:rPr lang="en-US" dirty="0"/>
              <a:t>  (2, '</a:t>
            </a:r>
            <a:r>
              <a:rPr lang="en-US" dirty="0" err="1"/>
              <a:t>ali</a:t>
            </a:r>
            <a:r>
              <a:rPr lang="en-US" dirty="0"/>
              <a:t>', 18),</a:t>
            </a:r>
          </a:p>
          <a:p>
            <a:pPr marL="0" indent="0">
              <a:buNone/>
            </a:pPr>
            <a:r>
              <a:rPr lang="en-US" dirty="0"/>
              <a:t>  (3,'imran',20);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SELECT * FROM student</a:t>
            </a:r>
          </a:p>
        </p:txBody>
      </p:sp>
    </p:spTree>
    <p:extLst>
      <p:ext uri="{BB962C8B-B14F-4D97-AF65-F5344CB8AC3E}">
        <p14:creationId xmlns:p14="http://schemas.microsoft.com/office/powerpoint/2010/main" val="135934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9433B-B14D-B922-6662-9A0DC1DC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virtual environment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77412-59FC-769E-2F60-2E03C4A53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Open CMD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computer disk drives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Type command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Python –m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en-US" dirty="0" err="1"/>
              <a:t>ven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Cd </a:t>
            </a:r>
            <a:r>
              <a:rPr lang="en-US" dirty="0" err="1"/>
              <a:t>ven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Cd scripts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Activate virtual environment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Activate </a:t>
            </a:r>
          </a:p>
        </p:txBody>
      </p:sp>
    </p:spTree>
    <p:extLst>
      <p:ext uri="{BB962C8B-B14F-4D97-AF65-F5344CB8AC3E}">
        <p14:creationId xmlns:p14="http://schemas.microsoft.com/office/powerpoint/2010/main" val="3623531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4B59D-7E74-4F24-2650-38AA32C58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DJANGO &amp; DjangoRestFramework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E5F6E-E6AE-4F66-913F-13A54FF6B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pip install </a:t>
            </a:r>
            <a:r>
              <a:rPr lang="en-US" dirty="0" err="1"/>
              <a:t>django</a:t>
            </a:r>
            <a:r>
              <a:rPr lang="en-US" dirty="0"/>
              <a:t> </a:t>
            </a:r>
            <a:r>
              <a:rPr lang="en-US" dirty="0" err="1"/>
              <a:t>djangorestframework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django</a:t>
            </a:r>
            <a:r>
              <a:rPr lang="en-US" dirty="0"/>
              <a:t>-admin </a:t>
            </a:r>
            <a:r>
              <a:rPr lang="en-US" dirty="0" err="1"/>
              <a:t>startproject</a:t>
            </a:r>
            <a:r>
              <a:rPr lang="en-US" dirty="0"/>
              <a:t> </a:t>
            </a:r>
            <a:r>
              <a:rPr lang="en-US" dirty="0" err="1"/>
              <a:t>myproject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cd </a:t>
            </a:r>
            <a:r>
              <a:rPr lang="en-US" dirty="0" err="1"/>
              <a:t>myproject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python manage.py </a:t>
            </a:r>
            <a:r>
              <a:rPr lang="en-US" dirty="0" err="1"/>
              <a:t>startapp</a:t>
            </a:r>
            <a:r>
              <a:rPr lang="en-US" dirty="0"/>
              <a:t> students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390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F161-31DB-2680-117C-0D7EE210C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</a:t>
            </a:r>
            <a:r>
              <a:rPr lang="en-US" dirty="0" err="1"/>
              <a:t>myproject</a:t>
            </a:r>
            <a:r>
              <a:rPr lang="en-US" dirty="0"/>
              <a:t> in VSCODE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B949D-819B-A0C2-0338-1C41BA8D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open the </a:t>
            </a:r>
            <a:r>
              <a:rPr lang="en-US" dirty="0" err="1"/>
              <a:t>myproject</a:t>
            </a:r>
            <a:r>
              <a:rPr lang="en-US" dirty="0"/>
              <a:t> folder in </a:t>
            </a:r>
            <a:r>
              <a:rPr lang="en-US" dirty="0" err="1"/>
              <a:t>Vscode</a:t>
            </a:r>
            <a:r>
              <a:rPr lang="en-US" dirty="0"/>
              <a:t> for development </a:t>
            </a:r>
          </a:p>
          <a:p>
            <a:r>
              <a:rPr lang="en-US" dirty="0"/>
              <a:t>Now activate python shell </a:t>
            </a:r>
          </a:p>
          <a:p>
            <a:r>
              <a:rPr lang="en-US" dirty="0"/>
              <a:t>And create models.py</a:t>
            </a:r>
          </a:p>
          <a:p>
            <a:r>
              <a:rPr lang="en-US" dirty="0"/>
              <a:t>Create. Serializers.py</a:t>
            </a:r>
          </a:p>
          <a:p>
            <a:r>
              <a:rPr lang="en-US" dirty="0"/>
              <a:t>Create views.py</a:t>
            </a:r>
          </a:p>
          <a:p>
            <a:r>
              <a:rPr lang="en-US" dirty="0"/>
              <a:t>Create urls.py</a:t>
            </a:r>
          </a:p>
          <a:p>
            <a:r>
              <a:rPr lang="en-US" dirty="0"/>
              <a:t>Create main project </a:t>
            </a:r>
            <a:r>
              <a:rPr lang="en-US" dirty="0" err="1"/>
              <a:t>url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25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30612-B1BF-F506-0444-05C3974A9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API in project setting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A9406-FAFC-A09A-4906-92DCF35DD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Rest_framework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Students </a:t>
            </a:r>
          </a:p>
        </p:txBody>
      </p:sp>
    </p:spTree>
    <p:extLst>
      <p:ext uri="{BB962C8B-B14F-4D97-AF65-F5344CB8AC3E}">
        <p14:creationId xmlns:p14="http://schemas.microsoft.com/office/powerpoint/2010/main" val="2428221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546B8-C342-0349-BF08-DDAB7BFB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MODELS.PY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8E783-533B-BCE6-71F4-244CB3A87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django.db</a:t>
            </a:r>
            <a:r>
              <a:rPr lang="en-US" dirty="0"/>
              <a:t> import models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# Create your models here.</a:t>
            </a:r>
          </a:p>
          <a:p>
            <a:pPr marL="0" indent="0">
              <a:buNone/>
            </a:pPr>
            <a:r>
              <a:rPr lang="en-US" dirty="0"/>
              <a:t>class Student(</a:t>
            </a:r>
            <a:r>
              <a:rPr lang="en-US" dirty="0" err="1"/>
              <a:t>models.Model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  name=</a:t>
            </a:r>
            <a:r>
              <a:rPr lang="en-US" dirty="0" err="1"/>
              <a:t>models.CharField</a:t>
            </a:r>
            <a:r>
              <a:rPr lang="en-US" dirty="0"/>
              <a:t>(</a:t>
            </a:r>
            <a:r>
              <a:rPr lang="en-US" dirty="0" err="1"/>
              <a:t>max_length</a:t>
            </a:r>
            <a:r>
              <a:rPr lang="en-US" dirty="0"/>
              <a:t>=100)</a:t>
            </a:r>
          </a:p>
          <a:p>
            <a:pPr marL="0" indent="0">
              <a:buNone/>
            </a:pPr>
            <a:r>
              <a:rPr lang="en-US" dirty="0"/>
              <a:t>  age=</a:t>
            </a:r>
            <a:r>
              <a:rPr lang="en-US" dirty="0" err="1"/>
              <a:t>models.IntegerField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  course=</a:t>
            </a:r>
            <a:r>
              <a:rPr lang="en-US" dirty="0" err="1"/>
              <a:t>models.CharField</a:t>
            </a:r>
            <a:r>
              <a:rPr lang="en-US" dirty="0"/>
              <a:t>(</a:t>
            </a:r>
            <a:r>
              <a:rPr lang="en-US" dirty="0" err="1"/>
              <a:t>max_length</a:t>
            </a:r>
            <a:r>
              <a:rPr lang="en-US" dirty="0"/>
              <a:t>=100)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def __str__(self):</a:t>
            </a:r>
          </a:p>
          <a:p>
            <a:pPr marL="0" indent="0">
              <a:buNone/>
            </a:pPr>
            <a:r>
              <a:rPr lang="en-US" dirty="0"/>
              <a:t>    return self.name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295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64167-B321-D4AF-C248-D29ED7350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Serializers.py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29BDE-D1DE-D0C9-55F5-1BD5EA1F7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rest_framework</a:t>
            </a:r>
            <a:r>
              <a:rPr lang="en-US" dirty="0"/>
              <a:t> import serializers</a:t>
            </a:r>
          </a:p>
          <a:p>
            <a:pPr marL="0" indent="0">
              <a:buNone/>
            </a:pPr>
            <a:r>
              <a:rPr lang="en-US" dirty="0"/>
              <a:t>from .models import Student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StudentSerializer</a:t>
            </a:r>
            <a:r>
              <a:rPr lang="en-US" dirty="0"/>
              <a:t>(</a:t>
            </a:r>
            <a:r>
              <a:rPr lang="en-US" dirty="0" err="1"/>
              <a:t>serializers.ModelSerializer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    class Meta:</a:t>
            </a:r>
          </a:p>
          <a:p>
            <a:pPr marL="0" indent="0">
              <a:buNone/>
            </a:pPr>
            <a:r>
              <a:rPr lang="en-US" dirty="0"/>
              <a:t>        model = Student</a:t>
            </a:r>
          </a:p>
          <a:p>
            <a:pPr marL="0" indent="0">
              <a:buNone/>
            </a:pPr>
            <a:r>
              <a:rPr lang="en-US" dirty="0"/>
              <a:t>        fields = '__all__'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697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430DB-8033-E8CE-8EC2-3FF969225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Views.py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E49DF-A408-8F8D-99F6-45B0032D5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rest_framework</a:t>
            </a:r>
            <a:r>
              <a:rPr lang="en-US" dirty="0"/>
              <a:t> import </a:t>
            </a:r>
            <a:r>
              <a:rPr lang="en-US" dirty="0" err="1"/>
              <a:t>viewsets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.models import Student</a:t>
            </a:r>
          </a:p>
          <a:p>
            <a:pPr marL="0" indent="0">
              <a:buNone/>
            </a:pPr>
            <a:r>
              <a:rPr lang="en-US" dirty="0"/>
              <a:t>from .serializers import </a:t>
            </a:r>
            <a:r>
              <a:rPr lang="en-US" dirty="0" err="1"/>
              <a:t>StudentSerializer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StudentViewSet</a:t>
            </a:r>
            <a:r>
              <a:rPr lang="en-US" dirty="0"/>
              <a:t>(</a:t>
            </a:r>
            <a:r>
              <a:rPr lang="en-US" dirty="0" err="1"/>
              <a:t>viewsets.ModelViewSet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    </a:t>
            </a:r>
            <a:r>
              <a:rPr lang="en-US" dirty="0" err="1"/>
              <a:t>queryset</a:t>
            </a:r>
            <a:r>
              <a:rPr lang="en-US" dirty="0"/>
              <a:t> = </a:t>
            </a:r>
            <a:r>
              <a:rPr lang="en-US" dirty="0" err="1"/>
              <a:t>Student.objects.all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    </a:t>
            </a:r>
            <a:r>
              <a:rPr lang="en-US" dirty="0" err="1"/>
              <a:t>serializer_class</a:t>
            </a:r>
            <a:r>
              <a:rPr lang="en-US" dirty="0"/>
              <a:t> = </a:t>
            </a:r>
            <a:r>
              <a:rPr lang="en-US" dirty="0" err="1"/>
              <a:t>StudentSerializer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452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D488C-E719-445D-315D-E82D33D2D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Urls.py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C415B-9828-C85F-DD55-8D203D28A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django.urls</a:t>
            </a:r>
            <a:r>
              <a:rPr lang="en-US" dirty="0"/>
              <a:t> import path, include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rest_framework.routers</a:t>
            </a:r>
            <a:r>
              <a:rPr lang="en-US" dirty="0"/>
              <a:t> import </a:t>
            </a:r>
            <a:r>
              <a:rPr lang="en-US" dirty="0" err="1"/>
              <a:t>DefaultRouter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.views import </a:t>
            </a:r>
            <a:r>
              <a:rPr lang="en-US" dirty="0" err="1"/>
              <a:t>StudentViewSet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router = </a:t>
            </a:r>
            <a:r>
              <a:rPr lang="en-US" dirty="0" err="1"/>
              <a:t>DefaultRouter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router.register</a:t>
            </a:r>
            <a:r>
              <a:rPr lang="en-US" dirty="0"/>
              <a:t>('students', </a:t>
            </a:r>
            <a:r>
              <a:rPr lang="en-US" dirty="0" err="1"/>
              <a:t>StudentViewSet</a:t>
            </a:r>
            <a:r>
              <a:rPr lang="en-US" dirty="0"/>
              <a:t>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err="1"/>
              <a:t>urlpatterns</a:t>
            </a:r>
            <a:r>
              <a:rPr lang="en-US" dirty="0"/>
              <a:t> = [</a:t>
            </a:r>
          </a:p>
          <a:p>
            <a:pPr marL="0" indent="0">
              <a:buNone/>
            </a:pPr>
            <a:r>
              <a:rPr lang="en-US" dirty="0"/>
              <a:t>    path('', include(</a:t>
            </a:r>
            <a:r>
              <a:rPr lang="en-US" dirty="0" err="1"/>
              <a:t>router.urls</a:t>
            </a:r>
            <a:r>
              <a:rPr lang="en-US" dirty="0"/>
              <a:t>)),</a:t>
            </a:r>
          </a:p>
          <a:p>
            <a:pPr marL="0" indent="0">
              <a:buNone/>
            </a:pPr>
            <a:r>
              <a:rPr lang="en-US" dirty="0"/>
              <a:t>]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784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F6A52-4E58-072A-90C0-D890E49F9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Project urls.py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02650-E148-A75E-6DF0-6B4A8EEB1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django.urls</a:t>
            </a:r>
            <a:r>
              <a:rPr lang="en-US" dirty="0"/>
              <a:t> import path, include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err="1"/>
              <a:t>urlpatterns</a:t>
            </a:r>
            <a:r>
              <a:rPr lang="en-US" dirty="0"/>
              <a:t> = [</a:t>
            </a:r>
          </a:p>
          <a:p>
            <a:pPr marL="0" indent="0">
              <a:buNone/>
            </a:pPr>
            <a:r>
              <a:rPr lang="en-US" dirty="0"/>
              <a:t>    path('</a:t>
            </a:r>
            <a:r>
              <a:rPr lang="en-US" dirty="0" err="1"/>
              <a:t>api</a:t>
            </a:r>
            <a:r>
              <a:rPr lang="en-US" dirty="0"/>
              <a:t>/', include('</a:t>
            </a:r>
            <a:r>
              <a:rPr lang="en-US" dirty="0" err="1"/>
              <a:t>students.urls</a:t>
            </a:r>
            <a:r>
              <a:rPr lang="en-US" dirty="0"/>
              <a:t>')),</a:t>
            </a:r>
          </a:p>
          <a:p>
            <a:pPr marL="0" indent="0">
              <a:buNone/>
            </a:pPr>
            <a:r>
              <a:rPr lang="en-US" dirty="0"/>
              <a:t>]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884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80885-5145-2898-AC57-A16CC3A59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migrations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CB5F7-C962-CA7D-F22F-CA1967AEA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Python manage.py makemigrations students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Python manage.py migrate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Python manage.py runserver </a:t>
            </a:r>
          </a:p>
        </p:txBody>
      </p:sp>
    </p:spTree>
    <p:extLst>
      <p:ext uri="{BB962C8B-B14F-4D97-AF65-F5344CB8AC3E}">
        <p14:creationId xmlns:p14="http://schemas.microsoft.com/office/powerpoint/2010/main" val="459280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3535F-071D-3E4F-B03C-8BDAC376C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browser to test API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A9D14-8DFB-EE52-4725-B4109432E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http://127.0.0.1:8000/api/students/</a:t>
            </a:r>
          </a:p>
        </p:txBody>
      </p:sp>
    </p:spTree>
    <p:extLst>
      <p:ext uri="{BB962C8B-B14F-4D97-AF65-F5344CB8AC3E}">
        <p14:creationId xmlns:p14="http://schemas.microsoft.com/office/powerpoint/2010/main" val="2139025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A55FF-6800-A217-4DE6-B3A10EA05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51" y="290175"/>
            <a:ext cx="10515600" cy="654206"/>
          </a:xfrm>
        </p:spPr>
        <p:txBody>
          <a:bodyPr>
            <a:normAutofit fontScale="90000"/>
          </a:bodyPr>
          <a:lstStyle/>
          <a:p>
            <a:r>
              <a:rPr lang="en-US" dirty="0"/>
              <a:t>Browser output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1278FA-C67E-BD7A-B910-BA2F2875E0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796" y="1075292"/>
            <a:ext cx="11178408" cy="523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596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98556-E879-899F-A716-9AA64C77A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test API in Postman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E71CA-86FB-F82A-D89E-C9055E504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new collection in POSTMAN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the GET method to get all data from API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POST method to insert data in API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Now get to test the post request.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855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EF22E9-575A-8946-D4C5-FB800A0BD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6054" y="314698"/>
            <a:ext cx="8577474" cy="622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05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A9B3C2-530A-AE5A-79D1-0804E6D515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2312" y="446530"/>
            <a:ext cx="9755714" cy="565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076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CA5A3-3041-B0E9-E3FA-B269FCE8E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8882"/>
          </a:xfrm>
        </p:spPr>
        <p:txBody>
          <a:bodyPr/>
          <a:lstStyle/>
          <a:p>
            <a:r>
              <a:rPr lang="en-US" dirty="0"/>
              <a:t>API BENEFITS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EFD5A-70D2-DE58-75A6-EF001E7E9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230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One </a:t>
            </a:r>
            <a:r>
              <a:rPr lang="en-US" b="1" dirty="0"/>
              <a:t>API</a:t>
            </a:r>
            <a:r>
              <a:rPr lang="en-US" dirty="0"/>
              <a:t> can work on </a:t>
            </a:r>
            <a:r>
              <a:rPr lang="en-US" b="1" dirty="0"/>
              <a:t>both Android and iOS</a:t>
            </a:r>
            <a:r>
              <a:rPr lang="en-US" dirty="0"/>
              <a:t> platforms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(and even web apps, desktop aps, smart TVs, IoT devices, etc.).</a:t>
            </a:r>
          </a:p>
        </p:txBody>
      </p:sp>
    </p:spTree>
    <p:extLst>
      <p:ext uri="{BB962C8B-B14F-4D97-AF65-F5344CB8AC3E}">
        <p14:creationId xmlns:p14="http://schemas.microsoft.com/office/powerpoint/2010/main" val="4034289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7CDA1-4316-246C-8976-5D09096EC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3"/>
            <a:ext cx="10515600" cy="92400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Benefits of Single API for All Platforms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7CDB-B5AC-DDB3-15FB-240D65600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7122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Code Reusability</a:t>
            </a:r>
            <a:r>
              <a:rPr lang="en-US" dirty="0"/>
              <a:t> → Backend is written once, not repeated.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Consistency</a:t>
            </a:r>
            <a:r>
              <a:rPr lang="en-US" dirty="0"/>
              <a:t> → Data and business logic stay the same across platforms.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Faster Development</a:t>
            </a:r>
            <a:r>
              <a:rPr lang="en-US" dirty="0"/>
              <a:t> → Teams only focus on platform-specific UI.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Scalability</a:t>
            </a:r>
            <a:r>
              <a:rPr lang="en-US" dirty="0"/>
              <a:t> → Add new platforms (desktop, IoT, smart devices) without changing the backend.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608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BEEDE-B58E-1748-0341-1B6818942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581610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74</TotalTime>
  <Words>600</Words>
  <Application>Microsoft Office PowerPoint</Application>
  <PresentationFormat>Widescreen</PresentationFormat>
  <Paragraphs>119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Office Theme</vt:lpstr>
      <vt:lpstr>Python API development Seminar Lahore Leads Uni</vt:lpstr>
      <vt:lpstr>Tools required for setup in laptop  </vt:lpstr>
      <vt:lpstr>Database (review) in SQL Yog </vt:lpstr>
      <vt:lpstr>Python virtual environment </vt:lpstr>
      <vt:lpstr>Install DJANGO &amp; DjangoRestFramework </vt:lpstr>
      <vt:lpstr>Open myproject in VSCODE</vt:lpstr>
      <vt:lpstr>Install API in project setting</vt:lpstr>
      <vt:lpstr>MODELS.PY </vt:lpstr>
      <vt:lpstr>Serializers.py </vt:lpstr>
      <vt:lpstr>Views.py </vt:lpstr>
      <vt:lpstr>Urls.py</vt:lpstr>
      <vt:lpstr>Main Project urls.py</vt:lpstr>
      <vt:lpstr>Database migrations </vt:lpstr>
      <vt:lpstr>Open browser to test API </vt:lpstr>
      <vt:lpstr>Browser output </vt:lpstr>
      <vt:lpstr>Now test API in Postman </vt:lpstr>
      <vt:lpstr>PowerPoint Presentation</vt:lpstr>
      <vt:lpstr>PowerPoint Presentation</vt:lpstr>
      <vt:lpstr>API BENEFITS </vt:lpstr>
      <vt:lpstr>Benefits of Single API for All Platforms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57</cp:revision>
  <dcterms:created xsi:type="dcterms:W3CDTF">2025-09-28T13:53:10Z</dcterms:created>
  <dcterms:modified xsi:type="dcterms:W3CDTF">2025-09-28T15:07:27Z</dcterms:modified>
</cp:coreProperties>
</file>